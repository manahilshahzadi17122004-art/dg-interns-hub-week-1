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Report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Setup, Linux and Networking Foundations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Manahil Shahzadi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9144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Hypervisor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Parrot Security 7.2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Workstation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192.168.32.128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snapshot named "Clean" was taken for each VM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Parrot was used in place of Kali (approved by instructor)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reaches the internet through its own NAT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Practice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users: alice, bob, carol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groups: devteam (alice, bob) and analysts (carol)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 /srv/shared: root:devteam, mode 2770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is denied access, alice and bob can write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grep, ps and ss -tulpn used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writes the date to /tmp/cron.log every minute</a:t>
            </a:r>
            <a:endParaRPr lang="en-US" sz="1500" dirty="0"/>
          </a:p>
        </p:txBody>
      </p:sp>
      <p:pic>
        <p:nvPicPr>
          <p:cNvPr id="5" name="Image 0" descr="/mnt/user-data/uploads/10002196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0"/>
            <a:ext cx="4023360" cy="1828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1828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Parrot (VMware)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192.168.32.128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screenshots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(VirtualBox)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ip a, ip route, resolv.conf, ping, traceroute, nslookup / dig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drawn in draw.io (PNG and .drawio in the Network Map folder)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Cheat Sheet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theory notes, one file per question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SOC vs VAPT vs IR, OSI vs TCP/IP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MAC, DNS, DHCP and 12 common ports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system, chmod, chown, SUID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vs vulnerability vs risk vs exploit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networking modes, legal and ethical basics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with 42 Linux commands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Skills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Cyber Security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Fundamentals Part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Networking?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Networking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Concepts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of Pain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LAN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Security Intro (bonus)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rooms completed (100%)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small lab with two VMs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 and permissions in Linux (setgid on shared folders)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IP, gateway and DNS work together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and TCP/IP models, TCP vs UDP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defenders think: Pyramid of Pain and SOC work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Interns Hub - Week 1</dc:title>
  <dc:subject>PptxGenJS Presentation</dc:subject>
  <dc:creator>Manahil Shahzadi</dc:creator>
  <cp:lastModifiedBy>Manahil Shahzadi</cp:lastModifiedBy>
  <cp:revision>1</cp:revision>
  <dcterms:created xsi:type="dcterms:W3CDTF">2026-10-23T11:37:28Z</dcterms:created>
  <dcterms:modified xsi:type="dcterms:W3CDTF">2026-10-23T11:37:28Z</dcterms:modified>
</cp:coreProperties>
</file>